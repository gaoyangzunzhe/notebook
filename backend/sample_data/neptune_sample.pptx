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Neptune 快速上手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第一步：创建存储桶</a:t>
            </a:r>
          </a:p>
          <a:p>
            <a:r>
              <a:t>第二步：生成访问 token</a:t>
            </a:r>
          </a:p>
          <a:p>
            <a:r>
              <a:t>第三步：上传第一个文件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401：认证失败，token 缺失或已过期</a:t>
            </a:r>
          </a:p>
          <a:p>
            <a:r>
              <a:t>429：请求过于频繁，已被限流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